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4" r:id="rId5"/>
    <p:sldId id="328" r:id="rId6"/>
    <p:sldId id="259" r:id="rId7"/>
    <p:sldId id="287" r:id="rId8"/>
    <p:sldId id="288" r:id="rId9"/>
    <p:sldId id="293" r:id="rId10"/>
    <p:sldId id="342" r:id="rId11"/>
    <p:sldId id="343" r:id="rId12"/>
    <p:sldId id="344" r:id="rId13"/>
    <p:sldId id="317" r:id="rId14"/>
    <p:sldId id="294" r:id="rId15"/>
    <p:sldId id="295" r:id="rId16"/>
    <p:sldId id="296" r:id="rId17"/>
    <p:sldId id="346" r:id="rId18"/>
    <p:sldId id="347" r:id="rId19"/>
    <p:sldId id="348" r:id="rId20"/>
    <p:sldId id="327" r:id="rId21"/>
    <p:sldId id="297" r:id="rId22"/>
    <p:sldId id="298" r:id="rId23"/>
    <p:sldId id="299" r:id="rId24"/>
    <p:sldId id="300" r:id="rId25"/>
    <p:sldId id="319" r:id="rId26"/>
    <p:sldId id="302" r:id="rId27"/>
    <p:sldId id="304" r:id="rId28"/>
    <p:sldId id="305" r:id="rId29"/>
    <p:sldId id="306" r:id="rId30"/>
    <p:sldId id="345" r:id="rId31"/>
    <p:sldId id="330" r:id="rId32"/>
    <p:sldId id="331" r:id="rId33"/>
    <p:sldId id="332" r:id="rId34"/>
    <p:sldId id="333" r:id="rId35"/>
    <p:sldId id="334" r:id="rId36"/>
    <p:sldId id="323" r:id="rId37"/>
    <p:sldId id="322" r:id="rId38"/>
    <p:sldId id="341" r:id="rId39"/>
    <p:sldId id="340" r:id="rId40"/>
    <p:sldId id="337" r:id="rId41"/>
    <p:sldId id="349" r:id="rId42"/>
    <p:sldId id="350" r:id="rId43"/>
    <p:sldId id="28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FF3300"/>
    <a:srgbClr val="000066"/>
    <a:srgbClr val="0033CC"/>
    <a:srgbClr val="CC0000"/>
    <a:srgbClr val="08580A"/>
    <a:srgbClr val="0000FF"/>
    <a:srgbClr val="3399FF"/>
    <a:srgbClr val="0A80F6"/>
    <a:srgbClr val="934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8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4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0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5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6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4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3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2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6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3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5000">
              <a:srgbClr val="D13C1C"/>
            </a:gs>
            <a:gs pos="45000">
              <a:srgbClr val="CC0000"/>
            </a:gs>
            <a:gs pos="21000">
              <a:srgbClr val="C000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DF640-3C58-49F2-89C6-1C8575098478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67E77-E454-4859-BF97-54F58794B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0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2376" y="-221673"/>
            <a:ext cx="14718891" cy="744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6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275127" cy="69549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146" y="618837"/>
            <a:ext cx="6179128" cy="255454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90000" dir="5400000" sy="-100000" algn="bl" rotWithShape="0"/>
          </a:effectLst>
          <a:scene3d>
            <a:camera prst="perspectiveFron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80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MERRY</a:t>
            </a:r>
          </a:p>
          <a:p>
            <a:pPr algn="ctr"/>
            <a:r>
              <a:rPr lang="en-US" sz="80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CHRISTMAS </a:t>
            </a:r>
            <a:endParaRPr lang="en-US" sz="80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73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463" y="3702469"/>
            <a:ext cx="113371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លោក </a:t>
            </a:r>
            <a:r>
              <a:rPr lang="en-US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សុខ សាញ់</a:t>
            </a:r>
            <a:r>
              <a:rPr lang="en-US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Mr.Sok</a:t>
            </a: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Sanh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កញ្ញា វ៉ិត ណាវី</a:t>
            </a:r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Miss.Vet</a:t>
            </a: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 Navy</a:t>
            </a:r>
            <a:endParaRPr 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92365" y="1077612"/>
            <a:ext cx="12376727" cy="203132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66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អ្នកដឹកនាំកម្មវិធី</a:t>
            </a:r>
            <a:endParaRPr lang="en-US" sz="6600" b="1" i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/>
            <a:r>
              <a:rPr lang="en-US" sz="60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MC</a:t>
            </a:r>
            <a:endParaRPr lang="en-US" sz="60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67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3" name="TextBox 2"/>
          <p:cNvSpPr txBox="1"/>
          <p:nvPr/>
        </p:nvSpPr>
        <p:spPr>
          <a:xfrm>
            <a:off x="-92365" y="1077612"/>
            <a:ext cx="12376727" cy="203132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66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អធិស្ធានបើកកម្មវិធី</a:t>
            </a:r>
            <a:endParaRPr lang="en-US" sz="6600" b="1" i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/>
            <a:r>
              <a:rPr lang="en-US" sz="60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Welcome and Pray opening</a:t>
            </a:r>
            <a:endParaRPr lang="en-US" sz="60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7412" y="3600869"/>
            <a:ext cx="1133717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លោកគ្រូគង្វាល ឡាច សុភ័ក្រ្ដ</a:t>
            </a:r>
            <a:r>
              <a:rPr lang="en-US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Pastor. </a:t>
            </a: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Lach</a:t>
            </a: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Sopheak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55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3" name="TextBox 2"/>
          <p:cNvSpPr txBox="1"/>
          <p:nvPr/>
        </p:nvSpPr>
        <p:spPr>
          <a:xfrm>
            <a:off x="-92365" y="1077612"/>
            <a:ext cx="12376727" cy="203132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66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ចម្រៀងសរសើរនិង ថ្វាយបង្គំ</a:t>
            </a:r>
            <a:endParaRPr lang="en-US" sz="6600" b="1" i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/>
            <a:r>
              <a:rPr lang="en-US" sz="60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Worship Song and Praise</a:t>
            </a:r>
            <a:endParaRPr lang="en-US" sz="60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7412" y="3600869"/>
            <a:ext cx="1133717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ក្រុមថ្វាយបង្គំ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Worship Team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4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309" y="2041237"/>
            <a:ext cx="1122680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km-KH" sz="80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កកកកកកកកកកក</a:t>
            </a:r>
            <a:endParaRPr lang="en-US" sz="8000" b="1" dirty="0" smtClean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/>
            <a:r>
              <a:rPr lang="km-KH" sz="80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ខខខខខខ</a:t>
            </a:r>
            <a:endParaRPr lang="en-US" sz="8000" b="1" dirty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9309" y="2718344"/>
            <a:ext cx="1122680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km-KH" sz="72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១</a:t>
            </a:r>
            <a:r>
              <a:rPr lang="en-US" sz="72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</a:t>
            </a:r>
            <a:r>
              <a:rPr lang="km-KH" sz="72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7200" b="1" dirty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ចូរមកពួកអ្នកស្មោះត្រង់ </a:t>
            </a:r>
            <a:endParaRPr lang="en-US" sz="7200" b="1" dirty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45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" y="0"/>
            <a:ext cx="12192000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ចូរមក ចូរមកពួកអ្នកស្មោះត្រង់អើយ(អឺងអឺយ)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ចូរមក ចូរមកពួកអ្នកស្មោះត្រង់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**យើងលើកហត្ថាផ្ចង់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ថ្វាយបង្គំគាល់ព្រះបុត្រ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(ស្ទួន)</a:t>
            </a:r>
            <a:endParaRPr lang="km-KH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50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8135"/>
            <a:ext cx="12192000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ចូរច្រៀងសរសើរបុត្រវិសុទ្ធ(អឺងអឺយ)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ចូរច្រៀងសរសើរបុត្រវិសុទ្ធ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***ព្រះខ្ពស់បំផុត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ចុះមកប្រសូត្រជាមនុស្ស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(ស្ទួន)</a:t>
            </a:r>
            <a:endParaRPr lang="en-US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98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11559"/>
            <a:ext cx="12192000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នៅបេផ្លេហឹមព្រះយេស៊ូវគ្រីស្ទ(អឺងអឺយ)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នៅបេផ្លេហឹមព្រះយេស៊ូវគ្រីស្ទ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**ប្រសូត្រជាមនុស្ស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ដើម្បីសង្គ្រោះលោកា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(ស្ទួន)</a:t>
            </a:r>
            <a:endParaRPr lang="en-US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84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0258"/>
            <a:ext cx="12192000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ពន្លឺឋានសួគ៏រះឡើងហើយណា(អឺងអឺយ)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ពន្លឺឋានសួគ៏រះឡើងហើយណា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**រស្មីភ្លឺថ្លា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បំភ្លឺលោកាងងឹតសូន្រ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(ស្ទួន)</a:t>
            </a:r>
            <a:endParaRPr lang="en-US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57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8546"/>
            <a:ext cx="12192000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យើងច្រៀងថ្វាយពរស្រីសួស្ដីពិត(អឺងអឺយ)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​យើងច្រៀងថ្វាយពរស្រីសួស្ដីពិត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**ថ្វាយបុត្រទ្រង់ឫទ្ធិ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ជាមហាក្សត្រឧត្ដម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(ស្ទួន)</a:t>
            </a:r>
            <a:endParaRPr lang="en-US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29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8546"/>
            <a:ext cx="12192000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ចូរអោយផែនដីបានក្ដីសុខខុម(អឺងអឺយ)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​ចូរអោយផែនដីបានក្ដីសុខខុម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**ហើយច្រៀងរងំ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ច្រៀងសរសើរតម្កើងព្រះ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(ស្ទួន)</a:t>
            </a:r>
            <a:endParaRPr lang="en-US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5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309" y="2041237"/>
            <a:ext cx="1122680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km-KH" sz="80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កកកកកកកកកកក</a:t>
            </a:r>
            <a:endParaRPr lang="en-US" sz="8000" b="1" dirty="0" smtClean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/>
            <a:r>
              <a:rPr lang="km-KH" sz="80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ខខខខខខ</a:t>
            </a:r>
            <a:endParaRPr lang="en-US" sz="8000" b="1" dirty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1255" y="2524380"/>
            <a:ext cx="1122680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km-KH" sz="7200" b="1" dirty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២</a:t>
            </a:r>
            <a:r>
              <a:rPr lang="en-US" sz="72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</a:t>
            </a:r>
            <a:r>
              <a:rPr lang="km-KH" sz="7200" b="1" dirty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ទារកតូចអើយ </a:t>
            </a:r>
            <a:r>
              <a:rPr lang="km-KH" sz="72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en-US" sz="7200" b="1" dirty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39314"/>
            <a:ext cx="12071926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១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ទារកតូចអើយ </a:t>
            </a:r>
            <a:endParaRPr lang="en-US" sz="5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ចុះហេតុម្ដេចឡើយទ្រង់លះឋានសួគ៌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ពិភពលោកនេះជាឋានមិនគួរ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ម្ដេចចុះចាកសួគ៌មិកឋានមនុស្សលោក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ម្ដេចចុះចាកសួគ៌មិកឋានមនុស្សលោក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)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11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68" y="74983"/>
            <a:ext cx="11896437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២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ទារកតូចអើយ </a:t>
            </a:r>
            <a:endParaRPr lang="en-US" sz="5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ចុះហេតុម្ដេចឡើយទ្រង់ផ្ទំក្នុងស្នូក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ខ្វះអ្វីវិមានស្កឹមស្កៃក្នុងលោក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ម្ដេចទ្រង់ជ្រើសយកស្នូកសត្វដូច្នេះ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ម្ដេចទ្រង់ជ្រើសយកស្នូកសត្វដូច្នេះ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)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94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199" y="120703"/>
            <a:ext cx="11914909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៣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ទារកតូចអើយ </a:t>
            </a:r>
            <a:endParaRPr lang="en-US" sz="5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ខ្ញុំយលច្បាស់ហើយអាថ៌កំបាំងនេះ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ទំនាយទាយថាទ្រង់ជាព្រះគ្រីស្ទ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មកជួយសង្គ្រោះរាស្ដ្រអ៉ីស្រាអែល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មកជួយសង្គ្រោះរាស្ដ្រអ៉ីស្រាអែល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)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50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199" y="138546"/>
            <a:ext cx="11914909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៤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ទារកតូចអើយ </a:t>
            </a:r>
            <a:endParaRPr lang="en-US" sz="5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ខ្ញុំយលច្បាស់ហើយអត្ថន័យណូអែល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ពួកគង្វាលចៀមជាក្រុមមនុស្សដែល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ផ្ដើមធ្វើណូអែលមុនគេបង្អស់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(ផ្ដើមធ្វើណូអែលមុនគេបង្អស់</a:t>
            </a:r>
            <a:endParaRPr lang="km-KH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93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199" y="138546"/>
            <a:ext cx="11914909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៥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គេមករកទ្រង់ </a:t>
            </a:r>
            <a:endParaRPr lang="en-US" sz="5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ហត្ថាលើកផ្ចង់ជង្គង់លុតចុះ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ក្រាបថ្វាយបង្គំព្រះអង្គសង្គ្រោះ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តាំងទ្រង់ជាម្ចាស់គ្រងរាជ្យក្នុងចិត្ត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តាំងទ្រង់ជាម្ចាស់គ្រងរាជ្យក្នុងចិត្ត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)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54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199" y="138546"/>
            <a:ext cx="11914909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៦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ព្រះអង្គរាប់អាន 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មនុស្សបាបគ្រប់ប្រាណនិងអ្នកក្រពិត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ជ្រើសតាំងគេឡើងជាមនុស្សពិសិដ្ធ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ឲ្យទៅឆ្ងាយជិតផ្សាយដំណឹងល្អ</a:t>
            </a:r>
          </a:p>
          <a:p>
            <a:pPr algn="ctr">
              <a:lnSpc>
                <a:spcPct val="150000"/>
              </a:lnSpc>
            </a:pP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(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ឲ្យទៅឆ្ងាយជិតផ្សាយដំណឹងល្អ</a:t>
            </a:r>
            <a:r>
              <a:rPr 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)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07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309" y="2041237"/>
            <a:ext cx="1122680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km-KH" sz="80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កកកកកកកកកកក</a:t>
            </a:r>
            <a:endParaRPr lang="en-US" sz="8000" b="1" dirty="0" smtClean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/>
            <a:r>
              <a:rPr lang="km-KH" sz="80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ខខខខខខ</a:t>
            </a:r>
            <a:endParaRPr lang="en-US" sz="8000" b="1" dirty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7236" y="2607507"/>
            <a:ext cx="10146146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km-KH" sz="6600" b="1" dirty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៣</a:t>
            </a:r>
            <a:r>
              <a:rPr lang="en-US" sz="66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</a:t>
            </a:r>
            <a:r>
              <a:rPr lang="km-KH" sz="66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6600" b="1" dirty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ដែនដីដែលទ្រង់ប្រទានឲ្យ</a:t>
            </a:r>
            <a:endParaRPr lang="en-US" sz="6600" b="1" dirty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90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754" y="320040"/>
            <a:ext cx="1190567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ដែន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ដីដែល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ទ្រង់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ប្រទាន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ដល់ខ្ញុំ</a:t>
            </a:r>
            <a:r>
              <a:rPr lang="km-KH" sz="54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en-US" sz="5400" b="1" i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ខ្ញុំបានបោះ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ជំហានធ្វើ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ដំណើរទៅមក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km-KH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ពួកសត្រូវមាន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អំណាចខ្លាំងក្លាជាច្រើន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បានធ្វើឲ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្យខ្ញុំភ័យ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រន្ធត់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km-KH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09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219" y="337589"/>
            <a:ext cx="11226800" cy="497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តែ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ដោយខ្ញុំ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ទុកចិត្តលើ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ព្រះ</a:t>
            </a:r>
            <a:r>
              <a:rPr lang="km-KH" sz="54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អង្គ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ហើយដែលខ្ញុំ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ពឹង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ពាក់លើ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ព្រះអង្គ</a:t>
            </a:r>
            <a:r>
              <a:rPr lang="km-KH" sz="54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km-KH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ព្រះ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អម្ចាស់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ប្រទាន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ចិត្តក្លាហាន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ដល់រូបខ្ញុំ</a:t>
            </a:r>
            <a:r>
              <a:rPr lang="km-KH" sz="54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នោះខ្ញុំ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ដើរទៅមក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ដោយស្រែកហ៊ោ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km-KH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62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425" y="260062"/>
            <a:ext cx="11226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សូម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ប្រគល់ស្រុក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ភ្នំនេះឲ្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យមក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ខ្ញុំ</a:t>
            </a:r>
            <a:r>
              <a:rPr lang="km-KH" sz="54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en-US" sz="5400" b="1" i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ដ្បិតទ្រង់បាន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សន្យា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និងប្រទាន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ឲ្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យខ្ញុំ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km-KH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ឥឡូវ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នេះខ្ញុំ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និង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ទទួលបាន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ទឹកដីនេះ</a:t>
            </a:r>
            <a:r>
              <a:rPr lang="km-KH" sz="54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ដោយនូវព្រះ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នាម</a:t>
            </a:r>
            <a:r>
              <a:rPr lang="km-KH" sz="54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ព្រះ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អម្ចាស់</a:t>
            </a:r>
            <a:r>
              <a:rPr lang="km-KH" sz="5400" b="1" i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km-KH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01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517237"/>
            <a:ext cx="11226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សូមប្រគល់ស្រុក</a:t>
            </a:r>
            <a:r>
              <a:rPr lang="km-KH" sz="60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ភ្នំនេះឲ្យមកខ្ញុំ</a:t>
            </a:r>
            <a:r>
              <a:rPr lang="km-KH" sz="60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en-US" sz="6000" b="1" i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6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ដ្បិត</a:t>
            </a:r>
            <a:r>
              <a:rPr lang="km-KH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ទ្រង់បាន</a:t>
            </a:r>
            <a:r>
              <a:rPr lang="km-KH" sz="60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សន្យានិងប្រទានឲ្យខ្ញុំ</a:t>
            </a:r>
            <a:r>
              <a:rPr lang="km-KH" sz="60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km-KH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m-KH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ឥឡូវនេះខ្ញុំនិងទទួលបានទឹកដីនេះ</a:t>
            </a:r>
            <a:r>
              <a:rPr lang="km-KH" sz="60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ដោយនូវព្រះនាមព្រះអម្ចាស់</a:t>
            </a:r>
            <a:r>
              <a:rPr lang="km-KH" sz="6000" b="1" i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endParaRPr lang="km-KH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7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309" y="2041237"/>
            <a:ext cx="1122680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km-KH" sz="80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កកកកកកកកកកក</a:t>
            </a:r>
            <a:endParaRPr lang="en-US" sz="8000" b="1" dirty="0" smtClean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/>
            <a:r>
              <a:rPr lang="km-KH" sz="80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ខខខខខខ</a:t>
            </a:r>
            <a:endParaRPr lang="en-US" sz="8000" b="1" dirty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9309" y="2718344"/>
            <a:ext cx="9222509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km-KH" sz="7200" b="1" dirty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៤</a:t>
            </a:r>
            <a:r>
              <a:rPr lang="en-US" sz="72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.</a:t>
            </a:r>
            <a:r>
              <a:rPr lang="km-KH" sz="7200" b="1" dirty="0" smtClean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7200" b="1" dirty="0">
                <a:ln/>
                <a:solidFill>
                  <a:schemeClr val="accent4"/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អម្ចាស់យេស៊ូវ</a:t>
            </a:r>
            <a:endParaRPr lang="en-US" sz="7200" b="1" dirty="0">
              <a:ln/>
              <a:solidFill>
                <a:schemeClr val="accent4"/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73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01601"/>
            <a:ext cx="12108873" cy="622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កាយហ៊ុំដោយសិរី សក់សដូចសំឡី</a:t>
            </a:r>
          </a:p>
          <a:p>
            <a:pPr algn="ctr">
              <a:lnSpc>
                <a:spcPct val="150000"/>
              </a:lnSpc>
            </a:pPr>
            <a:r>
              <a:rPr lang="en-US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ព្រះនេត្រភ្លឺចាំងចែង ឆេះដូចជាអណ្ដាតភ្លើង</a:t>
            </a:r>
          </a:p>
          <a:p>
            <a:pPr algn="ctr">
              <a:lnSpc>
                <a:spcPct val="150000"/>
              </a:lnSpc>
            </a:pPr>
            <a:r>
              <a:rPr lang="en-US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សំឡេងលាន់រំពង ដូចមហាសាគរ</a:t>
            </a:r>
          </a:p>
          <a:p>
            <a:pPr algn="ctr">
              <a:lnSpc>
                <a:spcPct val="150000"/>
              </a:lnSpc>
            </a:pPr>
            <a:r>
              <a:rPr lang="en-US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ហើយព្រះភក្ត្រទ្រង់ភ្លឺ</a:t>
            </a:r>
          </a:p>
          <a:p>
            <a:pPr algn="ctr">
              <a:lnSpc>
                <a:spcPct val="150000"/>
              </a:lnSpc>
            </a:pPr>
            <a:r>
              <a:rPr lang="en-US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ភ្លឺចាំងចែងដូចជាថ្ងៃ</a:t>
            </a:r>
            <a:endParaRPr lang="km-KH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59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782" y="157019"/>
            <a:ext cx="11924145" cy="551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ព្រះអង្គជាទីចាប់ផ្ដើម </a:t>
            </a:r>
          </a:p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ហើយទ្រង់ជាទីបញ្ចប់ </a:t>
            </a:r>
          </a:p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ទ្រង់ស្លាប់ហើយរស់ឡើងវិញ </a:t>
            </a:r>
          </a:p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គង់នៅអស់កល្បជានិច្ច</a:t>
            </a:r>
            <a:endParaRPr lang="en-US" altLang="ko-KR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77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309" y="175492"/>
            <a:ext cx="11961091" cy="551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ទ្រង់កាន់សោរស្ថានមច្ចុរាជ </a:t>
            </a:r>
          </a:p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ហើយឈ្នះលើសេចក្ដីស្លាប់</a:t>
            </a:r>
          </a:p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ព្រះអង្គគង់លើបល័ង្ក</a:t>
            </a:r>
          </a:p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ហើយសោយរាជ្យរៀងរហូត</a:t>
            </a:r>
            <a:endParaRPr lang="en-US" altLang="ko-KR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54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405" y="576812"/>
            <a:ext cx="11979563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អម្ចាស់យេស៊ូវ ទ្រង់អស្ចារ្យ</a:t>
            </a:r>
          </a:p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អម្ចាស់យេស៊ូវ ល្អអស្ចារ្យ</a:t>
            </a:r>
            <a:endParaRPr lang="en-US" altLang="ko-KR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76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405" y="851132"/>
            <a:ext cx="11979563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វិសុទ្ធវិសុទ្ធ វិសុទ្ធវិសុទ្ធ</a:t>
            </a:r>
          </a:p>
          <a:p>
            <a:pPr algn="ctr">
              <a:lnSpc>
                <a:spcPct val="150000"/>
              </a:lnSpc>
            </a:pPr>
            <a:r>
              <a:rPr lang="en-US" altLang="ko-KR" sz="6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វិសុទ្ធវិសុទ្ធ គឺព្រះអង្គ</a:t>
            </a:r>
            <a:endParaRPr lang="en-US" altLang="ko-KR" sz="6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32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3" name="TextBox 2"/>
          <p:cNvSpPr txBox="1"/>
          <p:nvPr/>
        </p:nvSpPr>
        <p:spPr>
          <a:xfrm>
            <a:off x="-92365" y="219834"/>
            <a:ext cx="12376727" cy="203132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66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អានព្រះគម្ពីរ</a:t>
            </a:r>
          </a:p>
          <a:p>
            <a:pPr algn="ctr"/>
            <a:r>
              <a:rPr lang="en-US" sz="60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Reading Bible</a:t>
            </a:r>
            <a:endParaRPr lang="en-US" sz="60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02957" y="4605337"/>
            <a:ext cx="8343535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កញ្ញា ភុក លីណា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Miss </a:t>
            </a: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Phuk</a:t>
            </a: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 Lina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83151"/>
            <a:ext cx="12284362" cy="2171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4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« ​​​ </a:t>
            </a:r>
            <a:r>
              <a:rPr lang="km-KH" sz="4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រ៉ូម ៥៖៨</a:t>
            </a:r>
            <a:r>
              <a:rPr lang="en-US" sz="4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4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កិច្ចការ​ ៤៖១២ យ៉ូហាន ១៖១២</a:t>
            </a:r>
            <a:r>
              <a:rPr lang="km-KH" sz="4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»</a:t>
            </a:r>
            <a:endParaRPr lang="km-KH" sz="48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Roman 5:8 , Acts 4:12 , John 1:12 </a:t>
            </a:r>
            <a:endParaRPr lang="en-U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Battambang" panose="020B06060308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03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3" name="TextBox 2"/>
          <p:cNvSpPr txBox="1"/>
          <p:nvPr/>
        </p:nvSpPr>
        <p:spPr>
          <a:xfrm>
            <a:off x="-92364" y="441507"/>
            <a:ext cx="12376727" cy="166199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5400" b="1" i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ចម្រៀងពិសេស</a:t>
            </a:r>
          </a:p>
          <a:p>
            <a:pPr algn="ctr"/>
            <a:r>
              <a:rPr lang="en-US" sz="4800" b="1" i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Spacail</a:t>
            </a:r>
            <a:r>
              <a:rPr lang="en-US" sz="4800" b="1" i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 Song</a:t>
            </a:r>
            <a:endParaRPr lang="en-US" sz="4800" b="1" i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33139" y="4568392"/>
            <a:ext cx="8343535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និស្សិត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Living And Loving </a:t>
            </a: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Domitory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8050" y="2310271"/>
            <a:ext cx="96889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m-KH" sz="4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« ​​​ម៉ារាដឹងឫទេ?»</a:t>
            </a:r>
          </a:p>
          <a:p>
            <a:pPr algn="ctr"/>
            <a:r>
              <a:rPr lang="en-US" sz="4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Marry did you know?</a:t>
            </a:r>
            <a:endParaRPr lang="en-U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Battambang" panose="020B06060308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04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3" name="TextBox 2"/>
          <p:cNvSpPr txBox="1"/>
          <p:nvPr/>
        </p:nvSpPr>
        <p:spPr>
          <a:xfrm>
            <a:off x="-92364" y="441507"/>
            <a:ext cx="12376727" cy="203132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66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ទីបន្ទាល់</a:t>
            </a:r>
          </a:p>
          <a:p>
            <a:pPr algn="ctr"/>
            <a:r>
              <a:rPr lang="en-US" sz="60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Testimony</a:t>
            </a:r>
            <a:endParaRPr lang="en-US" sz="60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4231" y="3130380"/>
            <a:ext cx="8343535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Miss</a:t>
            </a: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. </a:t>
            </a: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Joanna and </a:t>
            </a: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Zenday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00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3" name="TextBox 2"/>
          <p:cNvSpPr txBox="1"/>
          <p:nvPr/>
        </p:nvSpPr>
        <p:spPr>
          <a:xfrm>
            <a:off x="-92364" y="441507"/>
            <a:ext cx="12376727" cy="203132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66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ការអធិប្បាយព្រះបន្ទូល</a:t>
            </a:r>
          </a:p>
          <a:p>
            <a:pPr algn="ctr"/>
            <a:r>
              <a:rPr lang="en-US" sz="60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Sermon</a:t>
            </a:r>
            <a:endParaRPr lang="en-US" sz="60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02594" y="5242646"/>
            <a:ext cx="8343535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Pastor. Peter Wong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92364" y="2361255"/>
            <a:ext cx="12136582" cy="2585323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«  </a:t>
            </a:r>
            <a:r>
              <a:rPr lang="en-US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​​​​»</a:t>
            </a:r>
          </a:p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​</a:t>
            </a:r>
            <a:r>
              <a:rPr lang="en-US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 </a:t>
            </a:r>
            <a:endParaRPr 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ea typeface="Battambang" panose="020B06060308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13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3" name="TextBox 2"/>
          <p:cNvSpPr txBox="1"/>
          <p:nvPr/>
        </p:nvSpPr>
        <p:spPr>
          <a:xfrm>
            <a:off x="-92364" y="441507"/>
            <a:ext cx="12376727" cy="203132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66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ការលើកតង្វាយ</a:t>
            </a:r>
          </a:p>
          <a:p>
            <a:pPr algn="ctr"/>
            <a:r>
              <a:rPr lang="en-US" sz="60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O</a:t>
            </a:r>
            <a:r>
              <a:rPr lang="en-US" sz="60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ffering</a:t>
            </a:r>
            <a:endParaRPr lang="en-US" sz="60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4048" y="2813483"/>
            <a:ext cx="8343535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អ្នកគ្រូ រិន ណាហ្សា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Mrs. </a:t>
            </a: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Rin</a:t>
            </a: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 Nasa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9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21000">
              <a:srgbClr val="C000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364" y="1234953"/>
            <a:ext cx="11979563" cy="497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​តង្វាយខ្ញុំថ្វាយពីចិត្ដ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ឥតមានគិតពីក្រក្រី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ថ្វាយច្រើនកើនច្រើនចម្រើនវ័យ</a:t>
            </a:r>
          </a:p>
          <a:p>
            <a:pPr algn="ctr">
              <a:lnSpc>
                <a:spcPct val="15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ព្រះសព្វហឫទ័យអោយខ្ញុំថ្វាយ</a:t>
            </a:r>
            <a:endParaRPr lang="km-KH" altLang="ko-KR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Khmer OS Battambang" pitchFamily="2" charset="0"/>
              <a:cs typeface="Khmer OS Battambang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" y="0"/>
            <a:ext cx="12192000" cy="1234953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តង្វាយខ្ញុំថ្វាយស្មគ្រ័ពីចិត្ដ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07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437" y="113608"/>
            <a:ext cx="11979563" cy="6532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ទ្រព្យកណ្ដៀរកោរកណ្ដុរកាត់</a:t>
            </a:r>
          </a:p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ថ្វាយព្រះមិនបាត់បង់ឡើយ</a:t>
            </a:r>
          </a:p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ទឹកភ្លៀងធ្លាក់ចុះដល់ដីហើយ</a:t>
            </a:r>
          </a:p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ព្រះប្រទានអោយកើតផ្លែផ្កា</a:t>
            </a:r>
            <a:endParaRPr lang="km-KH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Khmer OS Battambang" pitchFamily="2" charset="0"/>
              <a:cs typeface="Khmer OS Battambang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900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437" y="113608"/>
            <a:ext cx="11979563" cy="6532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ខ្វល់ខ្វាយធ្វើអ្វីហួសប្រមាណ</a:t>
            </a:r>
          </a:p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មើលសត្វតិរិច្ឆានព្រះរក្សា</a:t>
            </a:r>
          </a:p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ចំណែករូបខ្ញុំទ្រង់មេត្ដា</a:t>
            </a:r>
          </a:p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លើសជាងបក្សាព្រះផ្គត់ផ្គង់</a:t>
            </a:r>
            <a:endParaRPr lang="km-KH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Khmer OS Battambang" pitchFamily="2" charset="0"/>
              <a:cs typeface="Khmer OS Battambang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8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437" y="113608"/>
            <a:ext cx="11979563" cy="6532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អរគុណព្រះអង្គខ្ញុំសូមថ្វាយ</a:t>
            </a:r>
          </a:p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ជីវិតរូបកាយថ្វាយដល់ទ្រង់</a:t>
            </a:r>
          </a:p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ថ្វាយស្មគ្រពីចិត្ដដោយស្មោះត្រង់</a:t>
            </a:r>
          </a:p>
          <a:p>
            <a:pPr algn="ctr">
              <a:lnSpc>
                <a:spcPct val="200000"/>
              </a:lnSpc>
            </a:pPr>
            <a:r>
              <a:rPr lang="km-KH" altLang="ko-KR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Khmer OS Battambang" pitchFamily="2" charset="0"/>
                <a:cs typeface="Khmer OS Battambang" pitchFamily="2" charset="0"/>
              </a:rPr>
              <a:t>បម្រើព្រះអង្គរៀងរហូត</a:t>
            </a:r>
            <a:endParaRPr lang="km-KH" altLang="ko-KR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Khmer OS Battambang" pitchFamily="2" charset="0"/>
              <a:cs typeface="Khmer OS Battambang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65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3" name="TextBox 2"/>
          <p:cNvSpPr txBox="1"/>
          <p:nvPr/>
        </p:nvSpPr>
        <p:spPr>
          <a:xfrm>
            <a:off x="-92364" y="441507"/>
            <a:ext cx="12376727" cy="203132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66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ចម្រៀងពិសេស</a:t>
            </a:r>
          </a:p>
          <a:p>
            <a:pPr algn="ctr"/>
            <a:r>
              <a:rPr lang="en-US" sz="6000" b="1" i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Spacail</a:t>
            </a:r>
            <a:r>
              <a:rPr lang="en-US" sz="60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 Song</a:t>
            </a:r>
            <a:endParaRPr lang="en-US" sz="60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07030" y="4956319"/>
            <a:ext cx="8343535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Chiness</a:t>
            </a: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 Team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0618" y="2749183"/>
            <a:ext cx="96889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« ​​​</a:t>
            </a:r>
            <a:r>
              <a:rPr lang="en-US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96142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0"/>
            <a:ext cx="12192000" cy="685301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3" name="TextBox 2"/>
          <p:cNvSpPr txBox="1"/>
          <p:nvPr/>
        </p:nvSpPr>
        <p:spPr>
          <a:xfrm>
            <a:off x="-92364" y="441507"/>
            <a:ext cx="12376727" cy="203132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5560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/>
            <a:r>
              <a:rPr lang="km-KH" sz="66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ចម្រៀងអធិស្ឋាន</a:t>
            </a:r>
          </a:p>
          <a:p>
            <a:pPr algn="ctr"/>
            <a:r>
              <a:rPr lang="en-US" sz="60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P</a:t>
            </a:r>
            <a:r>
              <a:rPr lang="en-US" sz="6000" b="1" i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rayer Song</a:t>
            </a:r>
            <a:endParaRPr lang="en-US" sz="6000" b="1" i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0066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07030" y="4956319"/>
            <a:ext cx="8343535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9FF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Battambang" panose="020B0606030804020204" pitchFamily="34" charset="0"/>
                <a:cs typeface="Arial" panose="020B0604020202020204" pitchFamily="34" charset="0"/>
              </a:rPr>
              <a:t>Students dormitory</a:t>
            </a:r>
            <a:endParaRPr lang="en-US" sz="54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99FFCC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0618" y="2749183"/>
            <a:ext cx="96889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m-KH" sz="5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« ​​​អធិស្ឋានសម្រាប់កម្ពុជា</a:t>
            </a:r>
            <a:r>
              <a:rPr lang="en-US" sz="5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 </a:t>
            </a:r>
            <a:r>
              <a:rPr lang="km-KH" sz="5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»</a:t>
            </a:r>
          </a:p>
          <a:p>
            <a:pPr algn="ctr"/>
            <a:endParaRPr lang="km-KH" sz="5400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47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113608"/>
            <a:ext cx="12192000" cy="674030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altLang="ko-KR" sz="4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Khmer OS Battambang" pitchFamily="2" charset="0"/>
                <a:cs typeface="Khmer OS Battambang" pitchFamily="2" charset="0"/>
              </a:rPr>
              <a:t>អធិស្ធានសម្រាប់</a:t>
            </a:r>
            <a:r>
              <a:rPr lang="km-KH" altLang="ko-KR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Khmer OS Battambang" pitchFamily="2" charset="0"/>
                <a:cs typeface="Khmer OS Battambang" pitchFamily="2" charset="0"/>
              </a:rPr>
              <a:t>កម្ពុ</a:t>
            </a:r>
            <a:r>
              <a:rPr lang="km-KH" altLang="ko-KR" sz="4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Khmer OS Battambang" pitchFamily="2" charset="0"/>
                <a:cs typeface="Khmer OS Battambang" pitchFamily="2" charset="0"/>
              </a:rPr>
              <a:t>ជា</a:t>
            </a:r>
          </a:p>
          <a:p>
            <a:pPr algn="ctr">
              <a:lnSpc>
                <a:spcPct val="150000"/>
              </a:lnSpc>
            </a:pPr>
            <a:r>
              <a:rPr lang="km-KH" altLang="ko-KR" sz="4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Khmer OS Battambang" pitchFamily="2" charset="0"/>
                <a:cs typeface="Khmer OS Battambang" pitchFamily="2" charset="0"/>
              </a:rPr>
              <a:t>អ</a:t>
            </a:r>
            <a:r>
              <a:rPr lang="km-KH" altLang="ko-KR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Khmer OS Battambang" pitchFamily="2" charset="0"/>
                <a:cs typeface="Khmer OS Battambang" pitchFamily="2" charset="0"/>
              </a:rPr>
              <a:t>ធិស្ធានសម្រាប់កម្ពុជា</a:t>
            </a:r>
          </a:p>
          <a:p>
            <a:pPr algn="ctr">
              <a:lnSpc>
                <a:spcPct val="150000"/>
              </a:lnSpc>
            </a:pPr>
            <a:r>
              <a:rPr lang="km-KH" altLang="ko-KR" sz="4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Khmer OS Battambang" pitchFamily="2" charset="0"/>
                <a:cs typeface="Khmer OS Battambang" pitchFamily="2" charset="0"/>
              </a:rPr>
              <a:t>អធិស្ធានសម្រាប់កម្ពុជា</a:t>
            </a:r>
          </a:p>
          <a:p>
            <a:pPr algn="ctr">
              <a:lnSpc>
                <a:spcPct val="150000"/>
              </a:lnSpc>
            </a:pPr>
            <a:r>
              <a:rPr lang="km-KH" altLang="ko-KR" sz="4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Khmer OS Battambang" pitchFamily="2" charset="0"/>
                <a:cs typeface="Khmer OS Battambang" pitchFamily="2" charset="0"/>
              </a:rPr>
              <a:t>កម្ពុជាពេញដោយសន្ដិភាព</a:t>
            </a:r>
          </a:p>
          <a:p>
            <a:pPr algn="ctr">
              <a:lnSpc>
                <a:spcPct val="150000"/>
              </a:lnSpc>
            </a:pPr>
            <a:r>
              <a:rPr lang="en-US" altLang="ko-KR" sz="4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Khmer OS Battambang" pitchFamily="2" charset="0"/>
                <a:cs typeface="Khmer OS Battambang" pitchFamily="2" charset="0"/>
              </a:rPr>
              <a:t>Shalom……Shalom…..Shalom…..</a:t>
            </a:r>
          </a:p>
          <a:p>
            <a:pPr algn="ctr">
              <a:lnSpc>
                <a:spcPct val="150000"/>
              </a:lnSpc>
            </a:pPr>
            <a:r>
              <a:rPr lang="en-US" altLang="ko-KR" sz="48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Khmer OS Battambang" pitchFamily="2" charset="0"/>
                <a:cs typeface="Khmer OS Battambang" pitchFamily="2" charset="0"/>
              </a:rPr>
              <a:t>Shalom……Shalom……Shalom……</a:t>
            </a:r>
            <a:endParaRPr lang="km-KH" altLang="ko-KR" sz="4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Khmer OS Battambang" pitchFamily="2" charset="0"/>
              <a:cs typeface="Khmer OS Battambang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22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0"/>
            <a:ext cx="12192000" cy="854080"/>
          </a:xfrm>
          <a:prstGeom prst="rect">
            <a:avLst/>
          </a:prstGeom>
          <a:solidFill>
            <a:srgbClr val="CC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altLang="ko-KR" sz="3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 Battambang"/>
                <a:cs typeface="Kh Battambang" panose="02000500000000020004" pitchFamily="2" charset="0"/>
              </a:rPr>
              <a:t>អធិស្ធានបញ្ចប់</a:t>
            </a:r>
            <a:r>
              <a:rPr lang="en-US" altLang="ko-KR" sz="3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 Battambang"/>
                <a:cs typeface="Kh Battambang" panose="02000500000000020004" pitchFamily="2" charset="0"/>
              </a:rPr>
              <a:t> Close Prayer</a:t>
            </a:r>
            <a:r>
              <a:rPr lang="km-KH" altLang="ko-KR" sz="3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 Battambang"/>
                <a:cs typeface="Kh Battambang" panose="02000500000000020004" pitchFamily="2" charset="0"/>
              </a:rPr>
              <a:t>​​</a:t>
            </a:r>
            <a:endParaRPr lang="km-KH" altLang="ko-KR" sz="3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C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 Battambang"/>
              <a:cs typeface="Kh Battambang" panose="02000500000000020004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219" y="854080"/>
            <a:ext cx="1217814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m-KH" altLang="ko-KR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ឱព្រះវរបិតានៃយើងខ្ញុំដែលគង់នៅស្ថានសួគ៌អើយ </a:t>
            </a:r>
          </a:p>
          <a:p>
            <a:pPr algn="ctr">
              <a:lnSpc>
                <a:spcPct val="200000"/>
              </a:lnSpc>
            </a:pPr>
            <a:r>
              <a:rPr lang="km-KH" altLang="ko-KR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សូមឲ្យព្រះនាមទ្រង់បានបរិសុទ្ធ សូមឲ្យរាជ្យទ្រង់បានមកដល់ </a:t>
            </a:r>
          </a:p>
          <a:p>
            <a:pPr algn="ctr">
              <a:lnSpc>
                <a:spcPct val="200000"/>
              </a:lnSpc>
            </a:pPr>
            <a:r>
              <a:rPr lang="km-KH" altLang="ko-KR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សូមឲ្យព្រះហឬទ័យទ្រង់បានសម្រេចនៅផែនដីដូចនៅស្ថានសួគ៌ដែរ </a:t>
            </a:r>
          </a:p>
          <a:p>
            <a:pPr algn="ctr">
              <a:lnSpc>
                <a:spcPct val="200000"/>
              </a:lnSpc>
            </a:pPr>
            <a:r>
              <a:rPr lang="km-KH" altLang="ko-KR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សូមប្រទានអាហារដែលយើងខ្ញុំត្រូវការនៅថ្ងៃនេះ សូមអត់ទោសសេចក្តីកំហុសរបស់យើងខ្ញុំ ដូចជាយើងចខ្ញុំបានអត់ទោសដល់អ្នកដែលធ្វើខុសនឹងយើងខ្ញុំដែរ </a:t>
            </a:r>
            <a:endParaRPr lang="en-US" altLang="ko-KR" sz="2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20000"/>
                  <a:lumOff val="80000"/>
                </a:schemeClr>
              </a:solidFill>
              <a:latin typeface="Battambang" panose="020B0606030804020204" pitchFamily="34" charset="0"/>
              <a:ea typeface="Battambang" panose="020B0606030804020204" pitchFamily="34" charset="0"/>
              <a:cs typeface="Battambang" panose="020B060603080402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km-KH" altLang="ko-KR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សូមកុំនាំយើងខ្ញុំទៅក្នុងសេចក្តីល្បួងឡើយ </a:t>
            </a:r>
          </a:p>
          <a:p>
            <a:pPr algn="ctr">
              <a:lnSpc>
                <a:spcPct val="200000"/>
              </a:lnSpc>
            </a:pPr>
            <a:r>
              <a:rPr lang="km-KH" altLang="ko-KR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តែសូមប្រោសឲ្យយើងខ្ញុំឲ្យរួចពីសេចក្តីអាក្រក់វិញ ត្បិតរាជ្យព្រះចេស្តា </a:t>
            </a:r>
          </a:p>
          <a:p>
            <a:pPr algn="ctr">
              <a:lnSpc>
                <a:spcPct val="200000"/>
              </a:lnSpc>
            </a:pPr>
            <a:r>
              <a:rPr lang="km-KH" altLang="ko-KR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Battambang" panose="020B0606030804020204" pitchFamily="34" charset="0"/>
                <a:ea typeface="Battambang" panose="020B0606030804020204" pitchFamily="34" charset="0"/>
                <a:cs typeface="Battambang" panose="020B0606030804020204" pitchFamily="34" charset="0"/>
              </a:rPr>
              <a:t>និងសិរីល្អជារបស់ផងទ្រង់ នៅអស់កល្បជានិច្ច ។ អាម៉ែន!</a:t>
            </a:r>
          </a:p>
        </p:txBody>
      </p:sp>
    </p:spTree>
    <p:extLst>
      <p:ext uri="{BB962C8B-B14F-4D97-AF65-F5344CB8AC3E}">
        <p14:creationId xmlns:p14="http://schemas.microsoft.com/office/powerpoint/2010/main" val="3778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1239</Words>
  <Application>Microsoft Office PowerPoint</Application>
  <PresentationFormat>Widescreen</PresentationFormat>
  <Paragraphs>179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맑은 고딕</vt:lpstr>
      <vt:lpstr> Battambang</vt:lpstr>
      <vt:lpstr>Arial</vt:lpstr>
      <vt:lpstr>Battambang</vt:lpstr>
      <vt:lpstr>Calibri</vt:lpstr>
      <vt:lpstr>Calibri Light</vt:lpstr>
      <vt:lpstr>Kh Battambang</vt:lpstr>
      <vt:lpstr>Khmer OS Battambang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oeurn sreynich</dc:creator>
  <cp:lastModifiedBy>oeurn sreynich</cp:lastModifiedBy>
  <cp:revision>100</cp:revision>
  <dcterms:created xsi:type="dcterms:W3CDTF">2023-12-22T13:06:45Z</dcterms:created>
  <dcterms:modified xsi:type="dcterms:W3CDTF">2025-12-28T10:06:45Z</dcterms:modified>
</cp:coreProperties>
</file>